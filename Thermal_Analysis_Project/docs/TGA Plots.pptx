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TGA Heat </a:t>
            </a:r>
            <a:r>
              <a:rPr lang="en-US" dirty="0" err="1" smtClean="0"/>
              <a:t>vs</a:t>
            </a:r>
            <a:r>
              <a:rPr lang="en-US" dirty="0" smtClean="0"/>
              <a:t> weight in percentage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706766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434" name="Picture 2" descr="https://hha.hitachi-hightech.com/assets/components/phpthumbof/cache/what_is_tma_image2.aa9ea6cca0f36d02200aff4c3e0e7d2e.jpg"/>
          <p:cNvPicPr>
            <a:picLocks noChangeAspect="1" noChangeArrowheads="1"/>
          </p:cNvPicPr>
          <p:nvPr/>
        </p:nvPicPr>
        <p:blipFill>
          <a:blip r:embed="rId2"/>
          <a:srcRect b="49458"/>
          <a:stretch>
            <a:fillRect/>
          </a:stretch>
        </p:blipFill>
        <p:spPr bwMode="auto">
          <a:xfrm>
            <a:off x="228600" y="1371600"/>
            <a:ext cx="8305800" cy="510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 Universal Analysis tool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3581" y="1600200"/>
            <a:ext cx="625683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s://www.tainstruments.com/wp-content/uploads/RS-DSC-Formulation-Screening-768x48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447800"/>
            <a:ext cx="7315200" cy="46005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TGA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6514800" cy="48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CTE By TGA</a:t>
            </a:r>
            <a:endParaRPr lang="en-US" dirty="0"/>
          </a:p>
        </p:txBody>
      </p:sp>
      <p:pic>
        <p:nvPicPr>
          <p:cNvPr id="1026" name="Picture 2" descr="https://www.tainstruments.com/wp-content/uploads/TA449_Fig.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752600"/>
            <a:ext cx="7143430" cy="472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DMA Curve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482" name="Picture 2" descr="https://www.ebatco.com/wp-content/uploads/2016/01/AppNote-4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7007771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</Words>
  <Application>Microsoft Office PowerPoint</Application>
  <PresentationFormat>On-screen Show (4:3)</PresentationFormat>
  <Paragraphs>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TGA Heat vs weight in percentage</vt:lpstr>
      <vt:lpstr>Slide 3</vt:lpstr>
      <vt:lpstr>TA Universal Analysis tool</vt:lpstr>
      <vt:lpstr>Baseline</vt:lpstr>
      <vt:lpstr>TGA</vt:lpstr>
      <vt:lpstr>CTE By TGA</vt:lpstr>
      <vt:lpstr>DMA Curve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7</cp:revision>
  <dcterms:created xsi:type="dcterms:W3CDTF">2006-08-16T00:00:00Z</dcterms:created>
  <dcterms:modified xsi:type="dcterms:W3CDTF">2026-08-25T13:37:38Z</dcterms:modified>
</cp:coreProperties>
</file>