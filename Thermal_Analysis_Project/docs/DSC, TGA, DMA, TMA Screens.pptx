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Thermal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DSC, TGA, TMA, DMA, </a:t>
            </a:r>
            <a:r>
              <a:rPr lang="en-US" dirty="0" err="1" smtClean="0"/>
              <a:t>Rhemoter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DSC Baseline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89220" y="1600200"/>
            <a:ext cx="656556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DSC Specific heat Tested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00200"/>
            <a:ext cx="7543799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DSC Exothermic Reaction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Exothermic and </a:t>
            </a:r>
            <a:r>
              <a:rPr lang="en-US" dirty="0" err="1" smtClean="0"/>
              <a:t>Tg</a:t>
            </a:r>
            <a:r>
              <a:rPr lang="en-US" dirty="0" smtClean="0"/>
              <a:t> (Glass Transition)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00200"/>
            <a:ext cx="7146827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Same material Different Heating Rate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1" y="1600200"/>
            <a:ext cx="709899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TGA Heat </a:t>
            </a:r>
            <a:r>
              <a:rPr lang="en-US" dirty="0" err="1" smtClean="0"/>
              <a:t>vs</a:t>
            </a:r>
            <a:r>
              <a:rPr lang="en-US" dirty="0" smtClean="0"/>
              <a:t> weight in percentage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00200"/>
            <a:ext cx="706766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8434" name="Picture 2" descr="https://hha.hitachi-hightech.com/assets/components/phpthumbof/cache/what_is_tma_image2.aa9ea6cca0f36d02200aff4c3e0e7d2e.jpg"/>
          <p:cNvPicPr>
            <a:picLocks noChangeAspect="1" noChangeArrowheads="1"/>
          </p:cNvPicPr>
          <p:nvPr/>
        </p:nvPicPr>
        <p:blipFill>
          <a:blip r:embed="rId2"/>
          <a:srcRect b="49458"/>
          <a:stretch>
            <a:fillRect/>
          </a:stretch>
        </p:blipFill>
        <p:spPr bwMode="auto">
          <a:xfrm>
            <a:off x="228600" y="1371600"/>
            <a:ext cx="8305800" cy="510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 Universal Analysis tool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43581" y="1600200"/>
            <a:ext cx="625683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https://www.tainstruments.com/wp-content/uploads/RS-DSC-Formulation-Screening-768x48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447800"/>
            <a:ext cx="7315200" cy="46005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TGA</a:t>
            </a:r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19200"/>
            <a:ext cx="6514800" cy="48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CTE By TGA</a:t>
            </a:r>
            <a:endParaRPr lang="en-US" dirty="0"/>
          </a:p>
        </p:txBody>
      </p:sp>
      <p:pic>
        <p:nvPicPr>
          <p:cNvPr id="1026" name="Picture 2" descr="https://www.tainstruments.com/wp-content/uploads/TA449_Fig.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752600"/>
            <a:ext cx="7143430" cy="4724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DMA Curve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482" name="Picture 2" descr="https://www.ebatco.com/wp-content/uploads/2016/01/AppNote-4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371600"/>
            <a:ext cx="7007771" cy="480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Rheometer</a:t>
            </a:r>
            <a:r>
              <a:rPr lang="en-US" dirty="0" smtClean="0"/>
              <a:t> Graph by </a:t>
            </a:r>
            <a:r>
              <a:rPr lang="en-US" dirty="0" err="1" smtClean="0"/>
              <a:t>Antonpaar</a:t>
            </a:r>
            <a:endParaRPr lang="en-US" dirty="0"/>
          </a:p>
        </p:txBody>
      </p:sp>
      <p:pic>
        <p:nvPicPr>
          <p:cNvPr id="1026" name="Picture 2" descr="https://media.springernature.com/lw685/springer-static/image/art%3A10.1007%2Fs12668-025-01893-8/MediaObjects/12668_2025_1893_Fig12_HTM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752600"/>
            <a:ext cx="6524625" cy="4324351"/>
          </a:xfrm>
          <a:prstGeom prst="rect">
            <a:avLst/>
          </a:prstGeom>
          <a:noFill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91400" y="5638800"/>
            <a:ext cx="1600200" cy="838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53</Words>
  <Application>Microsoft Office PowerPoint</Application>
  <PresentationFormat>On-screen Show (4:3)</PresentationFormat>
  <Paragraphs>14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Thermal Analysis</vt:lpstr>
      <vt:lpstr>DSC Baseline</vt:lpstr>
      <vt:lpstr>DSC Specific heat Tested</vt:lpstr>
      <vt:lpstr>DSC Exothermic Reaction</vt:lpstr>
      <vt:lpstr>Exothermic and Tg (Glass Transition)</vt:lpstr>
      <vt:lpstr>Same material Different Heating Rate</vt:lpstr>
      <vt:lpstr>TGA Heat vs weight in percentage</vt:lpstr>
      <vt:lpstr>Slide 8</vt:lpstr>
      <vt:lpstr>TA Universal Analysis tool</vt:lpstr>
      <vt:lpstr>Baseline</vt:lpstr>
      <vt:lpstr>TGA</vt:lpstr>
      <vt:lpstr>CTE By TGA</vt:lpstr>
      <vt:lpstr>DMA Curve</vt:lpstr>
      <vt:lpstr>Rheometer Graph by Antonpaar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5</cp:revision>
  <dcterms:created xsi:type="dcterms:W3CDTF">2006-08-16T00:00:00Z</dcterms:created>
  <dcterms:modified xsi:type="dcterms:W3CDTF">2026-08-25T13:37:16Z</dcterms:modified>
</cp:coreProperties>
</file>